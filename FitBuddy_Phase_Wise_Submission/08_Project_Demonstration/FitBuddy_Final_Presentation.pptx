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FitBuddy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AI Fitness Plan Generator</a:t>
            </a:r>
          </a:p>
          <a:p>
            <a:pPr>
              <a:defRPr sz="2200"/>
            </a:pPr>
            <a:r>
              <a:t>Phase-wise Project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Beginners need simple weekly fitness planning</a:t>
            </a:r>
          </a:p>
          <a:p>
            <a:pPr>
              <a:defRPr sz="2200"/>
            </a:pPr>
            <a:r>
              <a:t>• Manual planning can be time-consuming</a:t>
            </a:r>
          </a:p>
          <a:p>
            <a:pPr>
              <a:defRPr sz="2200"/>
            </a:pPr>
            <a:r>
              <a:t>• AI-only demos can fail without credentials</a:t>
            </a:r>
          </a:p>
          <a:p>
            <a:pPr>
              <a:defRPr sz="2200"/>
            </a:pPr>
            <a:r>
              <a:t>• FitBuddy combines personalization with a local fallback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Generate a personalized 7-day workout plan</a:t>
            </a:r>
          </a:p>
          <a:p>
            <a:pPr>
              <a:defRPr sz="2200"/>
            </a:pPr>
            <a:r>
              <a:t>• Provide nutrition/recovery guidance</a:t>
            </a:r>
          </a:p>
          <a:p>
            <a:pPr>
              <a:defRPr sz="2200"/>
            </a:pPr>
            <a:r>
              <a:t>• Support Gemini when available</a:t>
            </a:r>
          </a:p>
          <a:p>
            <a:pPr>
              <a:defRPr sz="2200"/>
            </a:pPr>
            <a:r>
              <a:t>• Persist users and plans</a:t>
            </a:r>
          </a:p>
          <a:p>
            <a:pPr>
              <a:defRPr sz="2200"/>
            </a:pPr>
            <a:r>
              <a:t>• Refine plans using feedback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 • FastAPI • Jinja2 • Pydantic</a:t>
            </a:r>
          </a:p>
          <a:p>
            <a:pPr>
              <a:defRPr sz="2200"/>
            </a:pPr>
            <a:r>
              <a:t>SQLAlchemy • SQLite • Google GenAI</a:t>
            </a:r>
          </a:p>
          <a:p>
            <a:pPr>
              <a:defRPr sz="2200"/>
            </a:pPr>
            <a:r>
              <a:t>Uvicorn • Pytest • HTML/CSS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Browser → FastAPI Routes → Services</a:t>
            </a:r>
          </a:p>
          <a:p>
            <a:pPr>
              <a:defRPr sz="2200"/>
            </a:pPr>
            <a:r>
              <a:t>Services → AI Layer → Gemini / Local Fallback</a:t>
            </a:r>
          </a:p>
          <a:p>
            <a:pPr>
              <a:defRPr sz="2200"/>
            </a:pPr>
            <a:r>
              <a:t>Services → SQLite → Result/Admin 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Enter profile</a:t>
            </a:r>
          </a:p>
          <a:p>
            <a:pPr>
              <a:defRPr sz="2200"/>
            </a:pPr>
            <a:r>
              <a:t>2. Validate input</a:t>
            </a:r>
          </a:p>
          <a:p>
            <a:pPr>
              <a:defRPr sz="2200"/>
            </a:pPr>
            <a:r>
              <a:t>3. Generate workout + nutrition tip</a:t>
            </a:r>
          </a:p>
          <a:p>
            <a:pPr>
              <a:defRPr sz="2200"/>
            </a:pPr>
            <a:r>
              <a:t>4. Save to SQLite</a:t>
            </a:r>
          </a:p>
          <a:p>
            <a:pPr>
              <a:defRPr sz="2200"/>
            </a:pPr>
            <a:r>
              <a:t>5. Display result</a:t>
            </a:r>
          </a:p>
          <a:p>
            <a:pPr>
              <a:defRPr sz="2200"/>
            </a:pPr>
            <a:r>
              <a:t>6. Submit feedback</a:t>
            </a:r>
          </a:p>
          <a:p>
            <a:pPr>
              <a:defRPr sz="2200"/>
            </a:pPr>
            <a:r>
              <a:t>7. Store updated plan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7-day workout generation</a:t>
            </a:r>
          </a:p>
          <a:p>
            <a:pPr>
              <a:defRPr sz="2200"/>
            </a:pPr>
            <a:r>
              <a:t>• Goal and intensity selection</a:t>
            </a:r>
          </a:p>
          <a:p>
            <a:pPr>
              <a:defRPr sz="2200"/>
            </a:pPr>
            <a:r>
              <a:t>• Nutrition/recovery tip</a:t>
            </a:r>
          </a:p>
          <a:p>
            <a:pPr>
              <a:defRPr sz="2200"/>
            </a:pPr>
            <a:r>
              <a:t>• Gemini + deterministic fallback</a:t>
            </a:r>
          </a:p>
          <a:p>
            <a:pPr>
              <a:defRPr sz="2200"/>
            </a:pPr>
            <a:r>
              <a:t>• Feedback-based plan revision</a:t>
            </a:r>
          </a:p>
          <a:p>
            <a:pPr>
              <a:defRPr sz="2200"/>
            </a:pPr>
            <a:r>
              <a:t>• Admin user/plan 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users: profile data</a:t>
            </a:r>
          </a:p>
          <a:p>
            <a:pPr>
              <a:defRPr sz="2200"/>
            </a:pPr>
            <a:r>
              <a:t>plans: original plan, updated plan, nutrition tip, feedback</a:t>
            </a:r>
          </a:p>
          <a:p>
            <a:pPr>
              <a:defRPr sz="2200"/>
            </a:pPr>
            <a:r>
              <a:t>SQLite is used for simple local persistence.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5 automated pytest tests executed</a:t>
            </a:r>
          </a:p>
          <a:p>
            <a:pPr>
              <a:defRPr sz="2200"/>
            </a:pPr>
            <a:r>
              <a:t>• Home page — PASS</a:t>
            </a:r>
          </a:p>
          <a:p>
            <a:pPr>
              <a:defRPr sz="2200"/>
            </a:pPr>
            <a:r>
              <a:t>• /docs — PASS</a:t>
            </a:r>
          </a:p>
          <a:p>
            <a:pPr>
              <a:defRPr sz="2200"/>
            </a:pPr>
            <a:r>
              <a:t>• Generation without Gemini — PASS</a:t>
            </a:r>
          </a:p>
          <a:p>
            <a:pPr>
              <a:defRPr sz="2200"/>
            </a:pPr>
            <a:r>
              <a:t>• Feedback update — PASS</a:t>
            </a:r>
          </a:p>
          <a:p>
            <a:pPr>
              <a:defRPr sz="2200"/>
            </a:pPr>
            <a:r>
              <a:t>• Unknown-user feedback — PASS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Open app → enter profile → Generate My Plan</a:t>
            </a:r>
          </a:p>
          <a:p>
            <a:pPr>
              <a:defRPr sz="2200"/>
            </a:pPr>
            <a:r>
              <a:t>Show workout + nutrition tip → submit feedback</a:t>
            </a:r>
          </a:p>
          <a:p>
            <a:pPr>
              <a:defRPr sz="2200"/>
            </a:pPr>
            <a:r>
              <a:t>Show Updated Plan → open Admin View → open /docs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Authentication • migrations • progress tracking</a:t>
            </a:r>
          </a:p>
          <a:p>
            <a:pPr>
              <a:defRPr sz="2200"/>
            </a:pPr>
            <a:r>
              <a:t>structured exercise library • rate limiting</a:t>
            </a:r>
          </a:p>
          <a:p>
            <a:pPr>
              <a:defRPr sz="2200"/>
            </a:pPr>
            <a:r>
              <a:t>stronger AI validation • observability</a:t>
            </a:r>
          </a:p>
          <a:p>
            <a:pPr>
              <a:defRPr sz="2200"/>
            </a:pPr>
            <a:r>
              <a:t>production 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FitBuddy is a compact AI-assisted fitness planning MVP with</a:t>
            </a:r>
          </a:p>
          <a:p>
            <a:pPr>
              <a:defRPr sz="2200"/>
            </a:pPr>
            <a:r>
              <a:t>personalization, persistence, feedback-based refinement and</a:t>
            </a:r>
          </a:p>
          <a:p>
            <a:pPr>
              <a:defRPr sz="2200"/>
            </a:pPr>
            <a:r>
              <a:t>an offline fallback that keeps the core demo functional.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